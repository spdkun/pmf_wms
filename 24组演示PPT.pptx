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50800" cy="2560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预制菜 WMS 智能仓储管理系统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0A5FA"/>
                </a:solidFill>
                <a:latin typeface="Microsoft YaHei"/>
              </a:defRPr>
            </a:pPr>
            <a:r>
              <a:t>Prepared Food Warehouse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474720"/>
            <a:ext cx="27432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答辩时间：2026年7月19日</a:t>
            </a:r>
          </a:p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汇报人：彭健坤    王佳宁    彭双华</a:t>
            </a:r>
          </a:p>
          <a:p>
            <a:pPr>
              <a:defRPr sz="1600" b="0">
                <a:solidFill>
                  <a:srgbClr val="60A5FA"/>
                </a:solidFill>
                <a:latin typeface="Microsoft YaHei"/>
              </a:defRPr>
            </a:pPr>
            <a:r>
              <a:t>第24组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5943600"/>
            <a:ext cx="2286000" cy="109728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0876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背景、目标与系统定位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14884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前后端技术栈与系统架构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78892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核心业务流程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出入库、质检、盘点的完整闭环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42900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 智能助手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DeepSeek 大模型 + 真实数据注入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06908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数据可视化看板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ECharts 图表实时监控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70916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跨平台移动端适配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349240"/>
            <a:ext cx="381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项目亮点总结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三大亮点与创新点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5989320"/>
            <a:ext cx="38100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系统演示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现场展示 + Q&amp;A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463040"/>
            <a:ext cx="4114800" cy="475488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01  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📋  项目定位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为预制菜行业量身打造的仓库管理系统（WMS），覆盖从货物入库、存储、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出库到质检、盘点的全生命周期管理。</a:t>
            </a:r>
          </a:p>
          <a:p>
            <a:pPr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🎯  解决的核心问题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传统纸质记录效率低、易出错 → 数字化管理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库存数据不透明、难追溯 → 实时库存 + 操作日志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多角色协作混乱 → 主管/员工/质检员三级权限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缺乏数据支撑决策 → 可视化数据看板</a:t>
            </a:r>
          </a:p>
          <a:p>
            <a:pPr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📊  系统规模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22 张数据库表 | 8 个前端页面 | 6 个小程序页面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支持 Web 端 + 微信小程序双平台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完整覆盖 入库→存储→出库→质检→盘点 全流程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389120" cy="475488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02  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943600" cy="8229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8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🖥  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19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Microsoft YaHei"/>
              </a:defRPr>
            </a:pPr>
            <a:r>
              <a:t>Vue 3 + Element Plus + ECharts + Axios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Wide-screen (1920×1080), 暗色/亮色主题切换, AES密码加密传输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5943600" cy="8229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5080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🔗  通信层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79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  <a:latin typeface="Microsoft YaHei"/>
              </a:defRPr>
            </a:pPr>
            <a:r>
              <a:t>HTTP RESTful API + JWT 令牌认证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Axios 拦截器自动附加 Token, Vite 代理解决跨域, 统一 ResultData 响应格式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5943600" cy="8229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50800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⚙  后端层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39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Microsoft YaHei"/>
              </a:defRPr>
            </a:pPr>
            <a:r>
              <a:t>Spring Boot 3 + MyBatis + Maven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三层架构(Controller→Service→Mapper), 事务管理(@Transactional), 全局异常处理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1960"/>
            <a:ext cx="5943600" cy="8229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51960"/>
            <a:ext cx="508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💾  数据层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99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Microsoft YaHei"/>
              </a:defRPr>
            </a:pPr>
            <a:r>
              <a:t>MySQL 8.0 + Redis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0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22张业务表, Redis 缓存用户会话, MyBatis 动态 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943600" cy="82296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212080"/>
            <a:ext cx="5080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🤖  AI 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59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  <a:latin typeface="Microsoft YaHei"/>
              </a:defRPr>
            </a:pPr>
            <a:r>
              <a:t>DeepSeek 大模型 (API 调用)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60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OkHttp 发送请求, 系统提示词约束, 真实数据库数据注入上下文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371600"/>
            <a:ext cx="4389120" cy="25603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55448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技术栈一览</a:t>
            </a:r>
          </a:p>
          <a:p>
            <a:pPr>
              <a:defRPr sz="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400" b="0">
                <a:solidFill>
                  <a:srgbClr val="60A5FA"/>
                </a:solidFill>
                <a:latin typeface="Microsoft YaHei"/>
              </a:defRPr>
            </a:pPr>
            <a:r>
              <a:t>前端：Vue 3 · Element Plus · ECharts</a:t>
            </a:r>
          </a:p>
          <a:p>
            <a:pPr>
              <a:defRPr sz="1400" b="0">
                <a:solidFill>
                  <a:srgbClr val="60A5FA"/>
                </a:solidFill>
                <a:latin typeface="Microsoft YaHei"/>
              </a:defRPr>
            </a:pPr>
            <a:r>
              <a:t>后端：Spring Boot 3 · MyBatis</a:t>
            </a:r>
          </a:p>
          <a:p>
            <a:pPr>
              <a:defRPr sz="1400" b="0">
                <a:solidFill>
                  <a:srgbClr val="60A5FA"/>
                </a:solidFill>
                <a:latin typeface="Microsoft YaHei"/>
              </a:defRPr>
            </a:pPr>
            <a:r>
              <a:t>数据库：MySQL · Redis</a:t>
            </a:r>
          </a:p>
          <a:p>
            <a:pPr>
              <a:defRPr sz="1400" b="0">
                <a:solidFill>
                  <a:srgbClr val="14B8A6"/>
                </a:solidFill>
                <a:latin typeface="Microsoft YaHei"/>
              </a:defRPr>
            </a:pPr>
            <a:r>
              <a:t>安全：JWT · BCrypt · AES-256-CBC</a:t>
            </a:r>
          </a:p>
          <a:p>
            <a:pPr>
              <a:defRPr sz="1400" b="0">
                <a:solidFill>
                  <a:srgbClr val="14B8A6"/>
                </a:solidFill>
                <a:latin typeface="Microsoft YaHei"/>
              </a:defRPr>
            </a:pPr>
            <a:r>
              <a:t>AI：DeepSeek · OkHttp</a:t>
            </a:r>
          </a:p>
          <a:p>
            <a:pPr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工具：EasyExcel · Vite · Maven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4206240"/>
            <a:ext cx="4389120" cy="210312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03  核心业务流程 —— 完整闭环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737360" cy="2011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7373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① 批次创建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生产完成后创建批次</a:t>
            </a:r>
            <a:br/>
            <a:r>
              <a:t>记录生产日期、保质期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463040"/>
            <a:ext cx="1737360" cy="2011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463040"/>
            <a:ext cx="173736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② 入库操作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0574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选择批次→指定库位</a:t>
            </a:r>
            <a:br/>
            <a:r>
              <a:t>9张表联动更新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1737360" cy="2011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17373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③ 库存管理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574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实时库位占用状态</a:t>
            </a:r>
            <a:br/>
            <a:r>
              <a:t>先进先出(FIFO)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1737360" cy="2011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17373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④ 质检管理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574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来料检/日常抽检</a:t>
            </a:r>
            <a:br/>
            <a:r>
              <a:t>合格放行·不合格报废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63040"/>
            <a:ext cx="1737360" cy="2011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463040"/>
            <a:ext cx="17373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⑤ 出库操作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574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选择批次→指定库位</a:t>
            </a:r>
            <a:br/>
            <a:r>
              <a:t>库存扣减·日志记录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463040"/>
            <a:ext cx="1737360" cy="201168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1463040"/>
            <a:ext cx="173736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⑥ 报表看板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0574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数据可视化总览</a:t>
            </a:r>
            <a:br/>
            <a:r>
              <a:t>出入库趋势·温湿度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749039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✨  亮点：一次入库操作涉及 9 张数据库表的联动更新，使用 @Transactional 保证事务一致性</a:t>
            </a:r>
          </a:p>
          <a:p>
            <a:pPr>
              <a:defRPr sz="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涉及表：inbound_order_head → inbound_order_detail → work_task → operation_log → inventory →</a:t>
            </a:r>
          </a:p>
          <a:p>
            <a:pPr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         location → zone → warehouse → goods → batch（10张表全部通过事务保护，任何一步失败即回滚）</a:t>
            </a:r>
          </a:p>
          <a:p>
            <a:pPr>
              <a:defRPr sz="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💡  三层权限架构：主管（全部权限）→ 仓库员工（出入库执行）→ 质检员（质量检查），前端路由守卫 + 后端接口鉴权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04  AI 智能助手 —— DeepSeek 大模型接入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🤖  实现原理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1️⃣  用户输入问题 → 前端将问题+历史对话发送到后端 /ai/chat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2️⃣  后端分析关键词（库存/货物/仓库/批次…）→ 查询真实数据库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3️⃣  组装消息：系统提示词 + 真实数据上下文 + 历史对话 + 当前问题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4️⃣  OkHttp 发送到 DeepSeek API → 解析回复 → 返回前端</a:t>
            </a:r>
          </a:p>
          <a:p>
            <a:pPr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🔑  核心技术点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• 系统提示词工程：定义AI人设，限制只回答仓储问题，严禁编造数据</a:t>
            </a: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• 真实数据注入（buildDataContext）：智能匹配关键词→查库→注入上下文</a:t>
            </a: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• 上下文对话管理：保留最近10轮历史，localStorage持久化</a:t>
            </a:r>
          </a:p>
          <a:p>
            <a:pPr>
              <a:defRPr sz="1400" b="0">
                <a:solidFill>
                  <a:srgbClr val="EF4444"/>
                </a:solidFill>
                <a:latin typeface="Microsoft YaHei"/>
              </a:defRPr>
            </a:pPr>
            <a:r>
              <a:t>• 安全边界：拒绝回答娱乐/金融/政治等无关问题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389120" cy="256032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4206240"/>
            <a:ext cx="16459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DeepSeek V3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4206240"/>
            <a:ext cx="164592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OkHttp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4663440"/>
            <a:ext cx="1645920" cy="320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System 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4663440"/>
            <a:ext cx="1645920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RAG 数据注入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1206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对话示例：</a:t>
            </a:r>
          </a:p>
          <a:p>
            <a:pPr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用户："冷冻鸡排库存多少？"</a:t>
            </a:r>
          </a:p>
          <a:p>
            <a:pPr>
              <a:defRPr sz="1300" b="0">
                <a:solidFill>
                  <a:srgbClr val="14B8A6"/>
                </a:solidFill>
                <a:latin typeface="Microsoft YaHei"/>
              </a:defRPr>
            </a:pPr>
            <a:r>
              <a:t>AI："根据系统数据，冷冻鸡排当前库存</a:t>
            </a:r>
            <a:br/>
            <a:r>
              <a:t>为200件，分布3个库位..."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05  数据可视化看板 —— ECharts 实时监控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📈  近7天出入库趋势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折线图（双线）</a:t>
            </a:r>
            <a:br/>
            <a:r>
              <a:t>蓝线=入库量  绿线=出库量</a:t>
            </a:r>
            <a:br/>
            <a:r>
              <a:t>直观展示仓库作业动态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974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📊  货物数量分布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柱状图</a:t>
            </a:r>
            <a:br/>
            <a:r>
              <a:t>每种货物的库存数量</a:t>
            </a:r>
            <a:br/>
            <a:r>
              <a:t>快速了解货物结构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2286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🌡  仓库温湿度监控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双Y轴折线图</a:t>
            </a:r>
            <a:br/>
            <a:r>
              <a:t>左轴=温度(℃)  右轴=湿度(%)</a:t>
            </a:r>
            <a:br/>
            <a:r>
              <a:t>冷链温控可视化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2286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9748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🏭  仓库容量饱和度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20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柱状图</a:t>
            </a:r>
            <a:br/>
            <a:r>
              <a:t>已用库位 vs 总库位</a:t>
            </a:r>
            <a:br/>
            <a:r>
              <a:t>仓库空间利用率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🛠  技术实现</a:t>
            </a: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• 前端：ECharts 5 图表库，Dashboard 页面懒加载优化首屏性能</a:t>
            </a: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• 后端：4个专属 Dashboard API，对原始数据做 SQL 聚合查询</a:t>
            </a:r>
          </a:p>
          <a:p>
            <a:pPr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• 数据实时刷新，支持响应式布局适配不同屏幕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0515600" cy="155448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06  微信小程序 —— 跨平台移动端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📱  移动端能力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• 与 Web 端共享同一后端 API，数据实时同步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• 入库管理 / 出库管理 / 质检管理：支持创建、查看、执行操作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• 首页数据概览：库存统计 + 快捷操作入口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• 商品管理 / 批次管理 / 环境监控 / 个人中心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• 按创建时间倒序排列，本地数据库关联操作人和创建时间</a:t>
            </a:r>
          </a:p>
          <a:p>
            <a:pPr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🔧  技术特点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原生微信小程序框架 + Promise 异步处理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wx.request 封装 HTTP 请求，JWT 令牌认证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wx.getStorageSync 本地数据持久化，离线也可查看缓存信息</a:t>
            </a:r>
          </a:p>
          <a:p>
            <a:pPr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• 库位可视化选择（按库区分组），条件过滤（储存条件→仓库类型匹配）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389120" cy="475488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07  项目亮点总结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1143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800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YaHei"/>
              </a:defRPr>
            </a:pPr>
            <a:r>
              <a:t>🌟 亮点一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447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完整且逻辑闭环的业务流程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从批次创建 → 入库上架 → 库存管理 → 质检把控 → 出库下架 → 报表分析的完整链路。</a:t>
            </a:r>
            <a:br/>
            <a:r>
              <a:t>一次入库操作涉及10张表的联动更新，使用 @Transactional 事务保证数据一致性。</a:t>
            </a:r>
            <a:br/>
            <a:r>
              <a:t>22张数据库表覆盖仓储管理的所有核心业务场景，三层权限架构清晰分离不同角色职责。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515600" cy="1143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50800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24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🤖 亮点二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249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智能助手 —— 真实数据驱动的对话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接入 DeepSeek 大语言模型，通过系统提示词工程限制 AI 职责边界。</a:t>
            </a:r>
            <a:br/>
            <a:r>
              <a:t>核心创新：buildDataContext() 方法智能分析用户问题关键词，</a:t>
            </a:r>
            <a:br/>
            <a:r>
              <a:t>实时查询数据库并将真实数据注入提示词上下文，AI 基于实际数据回答而非编造。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515600" cy="1143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0800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📊 亮点三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050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数据可视化看板 —— 仓储驾驶舱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4个 ECharts 图表实时展示出入库趋势、货物分布、温湿度监控、仓库容量。</a:t>
            </a:r>
            <a:br/>
            <a:r>
              <a:t>Dashboard 页面采用路由懒加载，优化首屏性能。</a:t>
            </a:r>
            <a:br/>
            <a:r>
              <a:t>后端通过 SQL 聚合查询为每个图表提供专属数据接口，数据实时准确。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0515600" cy="1143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50800" cy="1143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285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Microsoft YaHei"/>
              </a:defRPr>
            </a:pPr>
            <a:r>
              <a:t>📱 亮点四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285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Web+小程序双平台覆盖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23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同一后端同时服务 Web 管理端和微信小程序移动端。</a:t>
            </a:r>
            <a:br/>
            <a:r>
              <a:t>小程序支持入库/出库/质检等核心移动操作，库位可视化选择。</a:t>
            </a:r>
            <a:br/>
            <a:r>
              <a:t>暗色/亮色主题切换、AES密码加密传输、Excel数据导出等细节完善。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08  系统演示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🖥  现场演示流程</a:t>
            </a:r>
          </a:p>
          <a:p>
            <a:pPr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1.  登录系统 → 首页数据概览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2.  数据看板 → 出入库趋势 / 温湿度 / 仓库容量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3.  任务中心 → 创建入库任务 → 选择批次 → 执行入库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4.  任务中心 → 创建出库任务 → 选择库位 → 执行出库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5.  AI 助手 → 提问「冷冻鸡排库存多少？」 → 展示真实数据回复</a:t>
            </a:r>
          </a:p>
          <a:p>
            <a:pPr>
              <a:defRPr sz="1600" b="0">
                <a:solidFill>
                  <a:srgbClr val="E2E8F0"/>
                </a:solidFill>
                <a:latin typeface="Microsoft YaHei"/>
              </a:defRPr>
            </a:pPr>
            <a:r>
              <a:t>6.  微信小程序 → 入库/出库列表 → 创建操作 → 数据同步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389120" cy="4754880"/>
          </a:xfrm>
          <a:prstGeom prst="rect">
            <a:avLst/>
          </a:prstGeom>
          <a:solidFill>
            <a:srgbClr val="1A2E4A"/>
          </a:solidFill>
          <a:ln w="19050">
            <a:solidFill>
              <a:srgbClr val="3B82F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📷  插入图片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7772400" cy="438912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56032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92608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0A5FA"/>
                </a:solidFill>
                <a:latin typeface="Microsoft YaHei"/>
              </a:defRPr>
            </a:pPr>
            <a:r>
              <a:t>预制菜 WMS 智能仓储管理系统</a:t>
            </a:r>
          </a:p>
          <a:p>
            <a:pPr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技术栈：Vue 3 + Spring Boot 3 + MySQL + DeepSeek + 微信小程序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汇报人：彭健坤    王佳宁    彭双华</a:t>
            </a:r>
          </a:p>
          <a:p>
            <a:pPr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2026年7月19日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486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